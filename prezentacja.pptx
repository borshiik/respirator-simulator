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 technologiczny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Symulator respiratora — architektura wielowarstwowa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109728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(Student + Trainer UI)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— bundler i dev-server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stylizacja utility-first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wykresy czasu rzeczywistego (50 Hz)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(panel instruktora)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react-simple-keyboard (klawiatura ekranowa)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15544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554480"/>
            <a:ext cx="109728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59752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65392" y="242316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— modułowy framework Node.js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class-validator (walidacja DTO)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 — telemetria 50 Hz / 2 Hz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(Express pod NestJS)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+ SQLite — sesje, scenariusze, historia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— testy jednostkowe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60520"/>
            <a:ext cx="109728" cy="2423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389120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4165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sprzętowa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502920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4B + wyświetlacz dotykowy 7"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Enkodery obrotowe KY-040 (GPIO, biblioteka pigpio)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w trybie kiosk — wygląd realnego urządzenia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 uruchamiany lokalnie na RPi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41605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60520"/>
            <a:ext cx="109728" cy="2423160"/>
          </a:xfrm>
          <a:prstGeom prst="rect">
            <a:avLst/>
          </a:prstGeom>
          <a:solidFill>
            <a:srgbClr val="E94B3C"/>
          </a:solidFill>
          <a:ln w="12700">
            <a:solidFill>
              <a:srgbClr val="E94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E94B3C"/>
          </a:solidFill>
          <a:ln w="12700">
            <a:solidFill>
              <a:srgbClr val="E94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9752" y="44165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i wdrożenie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65392" y="502920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hostapd — Raspberry Pi jako Access Point Wi-Fi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dnsmasq — DHCP + DNS lokalny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Master–Klient (1 serwer, N stanowisk)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autonomia — bez internetu i zewnętrznej sieci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B3C"/>
          </a:solidFill>
          <a:ln w="12700">
            <a:solidFill>
              <a:srgbClr val="E94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fizyko-matematyczny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fizjologii oddechu w czasie rzeczywistym (50 Hz)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trójrezystorowy płuc (analogia RC)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669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opór dróg oddechowych pacjenta (tchawica, oskrzela)
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250" b="1" baseline="-40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opór zaworu wdechowego respiratora
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250" b="1" baseline="-40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opór zaworu wydechowego respiratora
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podatność (compliance) pęcherzyków płucnych
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250" b="1" baseline="-40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ciśnienie mięśni oddechowych pacjenta (sin²)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54864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 = (V/(R·C) + Pin/Rin − Pmus/R) / (1/R + 1/Rin + 1/Rout)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3192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23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numeryczna i realizm sygnału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5669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4. rzędu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całkowanie objętości w 4 punktach pośrednich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czasowy DT = 0,02 s (50 Hz, &lt; 10 ms budżet)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 EMA (α = 0,25) na ciśnieniu i przepływie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Biały szum zaworów dodawany do przepływu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 servo: − Pmus · 0,3 na czujniku ciśnienia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300"/>
              </a:spcAft>
              <a:buNone/>
            </a:pPr>
            <a:r>
              <a:rPr lang="en-US" sz="1250" baseline="-400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wyznaczane z parametru P0.1 (napęd oddechowy)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1463040"/>
            <a:ext cx="475488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463040"/>
            <a:ext cx="109728" cy="2331720"/>
          </a:xfrm>
          <a:prstGeom prst="rect">
            <a:avLst/>
          </a:prstGeom>
          <a:solidFill>
            <a:srgbClr val="E94B3C"/>
          </a:solidFill>
          <a:ln w="12700">
            <a:solidFill>
              <a:srgbClr val="E94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Pozostałe równania silnika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1965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Ciśnienie mięśni oddechowych (przepona):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222199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221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Pmus = Pmax · sin²(π·t / Ti)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26060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Amplituda Pmax z napędu oddechowego P0.1: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78040" y="286207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8620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Pmax = P0.1 / (1 − e^(−k(fv + 4·P0.1)/10))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246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 pacjenta i docelowy przepływ (VC):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78040" y="3502152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35021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 = 60 / Tcykl     ·     Qvc = VT / Ti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39319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— model trójrezystorowy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4389120"/>
            <a:ext cx="4297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Davies J., Pratt E., Rackley C.R. (2026)
</a:t>
            </a:r>
            <a:pPr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Correction of Patient–Ventilator Discordance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Respiratory Care. DOI: 10.1177/19433654261245215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Pulse Physiology Engine (2023)
</a:t>
            </a:r>
            <a:pPr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Dynamic Mechanical Ventilator Model — PMC10224749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Bates J.H.T. — Linear single-compartment model
</a:t>
            </a:r>
            <a:pPr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Equation of motion: P = R·V̇ + V/C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Frontiers in Physiology (2022) — fphys.2022.984286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2026-05-28T12:24:04Z</dcterms:created>
  <dcterms:modified xsi:type="dcterms:W3CDTF">2026-05-28T12:24:04Z</dcterms:modified>
</cp:coreProperties>
</file>